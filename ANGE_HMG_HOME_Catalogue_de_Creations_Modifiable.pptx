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7560056" cy="10692003"/>
  <p:notesSz cx="10692003" cy="75600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850900"/>
            <a:ext cx="692505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80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2882900"/>
            <a:ext cx="6925056" cy="108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99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CATALOGUE</a:t>
            </a:r>
            <a:endParaRPr lang="en-US" sz="4300" dirty="0"/>
          </a:p>
          <a:p>
            <a:pPr algn="l" indent="0" marL="0">
              <a:lnSpc>
                <a:spcPts val="4099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 CRÉATIONS</a:t>
            </a:r>
            <a:endParaRPr lang="en-US" sz="43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4635500"/>
            <a:ext cx="3556000" cy="599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7"/>
              </a:lnSpc>
              <a:buNone/>
            </a:pPr>
            <a:r>
              <a:rPr lang="en-US" sz="1700" dirty="0">
                <a:solidFill>
                  <a:srgbClr val="E9DD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Silhouettes portées, modèles classés et détails qui racontent le geste HMG.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33400" y="66040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ÉDITION 2026</a:t>
            </a:r>
            <a:endParaRPr lang="en-US" sz="710" dirty="0"/>
          </a:p>
        </p:txBody>
      </p:sp>
      <p:sp>
        <p:nvSpPr>
          <p:cNvPr id="7" name="Text 4"/>
          <p:cNvSpPr txBox="1"/>
          <p:nvPr/>
        </p:nvSpPr>
        <p:spPr>
          <a:xfrm>
            <a:off x="533400" y="6883400"/>
            <a:ext cx="6925056" cy="175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7"/>
              </a:lnSpc>
              <a:buNone/>
            </a:pPr>
            <a:r>
              <a:rPr lang="en-US" sz="720" b="1" spc="1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· CÉRÉMONIE · SUR MESURE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533400" y="9588500"/>
            <a:ext cx="6925056" cy="16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700" dirty="0">
                <a:solidFill>
                  <a:srgbClr val="E9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Tankpè, Abomey-Calavi · 01 42 65 66 61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9842500"/>
            <a:ext cx="6925056" cy="172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@Ange_hmg_home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CATALOGUE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953000" cy="846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1"/>
              </a:lnSpc>
              <a:buNone/>
            </a:pPr>
            <a:r>
              <a:rPr lang="en-US" sz="32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Chaque tenue</a:t>
            </a:r>
            <a:endParaRPr lang="en-US" sz="3200" dirty="0"/>
          </a:p>
          <a:p>
            <a:pPr algn="l" indent="0" marL="0">
              <a:lnSpc>
                <a:spcPts val="3171"/>
              </a:lnSpc>
              <a:buNone/>
            </a:pPr>
            <a:r>
              <a:rPr lang="en-US" sz="32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raconte son histoire.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533400" y="2413000"/>
            <a:ext cx="3556000" cy="1179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65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Cette édition range les images par vêtement porté. Chaque fiche rassemble les vues d’un même modèle et décrit les éléments visibles dans la silhouette.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33400" y="52705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LIRE CE CATALOGUE</a:t>
            </a:r>
            <a:endParaRPr lang="en-US" sz="71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5867400"/>
            <a:ext cx="692505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800" b="1" spc="130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066800" y="5803900"/>
            <a:ext cx="2159000" cy="3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7"/>
              </a:lnSpc>
              <a:buNone/>
            </a:pPr>
            <a:r>
              <a:rPr lang="en-US" sz="17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 modèle par fiche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066800" y="6146800"/>
            <a:ext cx="2667000" cy="1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5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tenue ou un duo clairement identifié.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33400" y="6819900"/>
            <a:ext cx="692505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800" b="1" spc="130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066800" y="6756400"/>
            <a:ext cx="2159000" cy="3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7"/>
              </a:lnSpc>
              <a:buNone/>
            </a:pPr>
            <a:r>
              <a:rPr lang="en-US" sz="17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Plusieurs vues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66800" y="7099300"/>
            <a:ext cx="2667000" cy="1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5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Porté, plan rapproché et détails de finition.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7772400"/>
            <a:ext cx="692505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800" b="1" spc="130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066800" y="7708900"/>
            <a:ext cx="2159000" cy="3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7"/>
              </a:lnSpc>
              <a:buNone/>
            </a:pPr>
            <a:r>
              <a:rPr lang="en-US" sz="17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 description utile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66800" y="8051800"/>
            <a:ext cx="2667000" cy="1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5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Silhouette, éléments visibles et occasions possibles.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699000" y="6121400"/>
            <a:ext cx="27594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DE COLLECTION</a:t>
            </a:r>
            <a:endParaRPr lang="en-US" sz="710" dirty="0"/>
          </a:p>
        </p:txBody>
      </p:sp>
      <p:sp>
        <p:nvSpPr>
          <p:cNvPr id="19" name="Text 16"/>
          <p:cNvSpPr txBox="1"/>
          <p:nvPr/>
        </p:nvSpPr>
        <p:spPr>
          <a:xfrm>
            <a:off x="4699000" y="6540500"/>
            <a:ext cx="190500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sur-mesure commence par une silhouette, puis se précise dans le détail.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01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Améthyste royale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 DE CÉRÉMONIE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621A51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621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9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 duo violet et argent pensé comme une conversation entre deux présences. Le grand boubou de monsieur répond aux motifs violets appliqués sur la robe longue de madame.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621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Monsieur : grand boubou violet, tunique et pantalon coordonnés.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Madame : robe longue argentée avec motifs violets appliqués.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un couple invité, une cérémonie traditionnelle ou un shooting.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621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01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02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Terre cuivrée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HOMME TRADITIONNEL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704331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704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118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 ensemble homme aux tons cuivre et chocolat. La tunique longue texturée, le pantalon coordonné et le drapé posé sur l’épaule composent une allure traditionnelle contemporaine.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704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Tunique longue à manches longues.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Drapé contrasté porté comme une signature.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une cérémonie traditionnelle, une dot ou une célébration familiale.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704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02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03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Bleu roi perlé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 DE CÉRÉMONIE FEMME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19508B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195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9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 silhouette deux tons construite autour d’un corsage brun richement orné et d’une jupe bleu roi à volume. Les perles, coquillages et franges donnent du relief à chaque mouvement.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195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Corsage structuré à décor perlé et coquillages.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Jupe bleu roi drapée, ponctuée de franges.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Coiffe et bijoux assortis pour compléter l’expression cérémonielle.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195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03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04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Éclat solaire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 DE CÉRÉMONIE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8B422C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8B4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9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 robe longue près du corps, animée par un dégradé jaune, orange, bordeaux et violet. Le buste dessiné et les lignes de perles donnent à la silhouette une présence de scène.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8B4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Encolure dégagée et épaules soulignées.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couleurs contrastées et détails lumineux.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une dot, une réception ou un portrait de cérémonie.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8B4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05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Ivoire perlé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 DE MARIÉE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9B8262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9B8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118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 robe de mariée blanche à la silhouette ajustée, enrichie d’un bustier travaillé, d’un décor perlé et d’éléments transparents. La ligne accompagne la mariée sans perdre sa force visuelle.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9B8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Buste structuré et transparences délicates.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Décor de perles et travail de matière visible de près.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mariage civil, religieux ou réception de mariage.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9B8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05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06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Cortège champagne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ROBES DE DEMOISELLES D’HONNEUR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A68A6B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A6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9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 robes longues champagne conçues pour former un cortège cohérent. La ligne ajustée, le haut drapé et l’épaule dégagée font dialoguer élégance, unité et aisance.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A6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longue près du corps.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Décolleté cœur et épaule drapée.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demoiselles d’honneur, réception ou cérémonie extérieure.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A6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06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07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Marié ivoire &amp; noir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VESTE DE MARIAGE HOMME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4B3C38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4B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118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 look de marié construit autour d’une veste ivoire, d’un pantalon noir et d’un nœud papillon rouge. La coupe garde une lecture classique, relevée par une touche de couleur assumée.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4B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Veste claire à revers contrastés.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Pantalon noir à ligne nette.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Nœud papillon rouge et boutonnière florale comme accents.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4B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07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08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Civil ivoire &amp; sable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 MARIAGE CIVIL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8E714F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8E7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9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 proposition civile élégante : robe blanche en dentelle à encolure droite, gants longs et collier de perles pour madame ; veste croisée sable et pantalon brun pour monsieur.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8E7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Madame : dentelle florale, ligne ajustée, gants longs.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Monsieur : veste croisée sable, accessoires bordeaux.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mairie, séance civile ou réception intimiste.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8E7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08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B6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HMG 09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064000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Apparat orange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35000" y="2095500"/>
            <a:ext cx="1955800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610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TENUE HOMME DE CÉLÉBRATION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6134100" y="800100"/>
            <a:ext cx="88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50"/>
              </a:lnSpc>
              <a:buNone/>
            </a:pPr>
            <a:r>
              <a:rPr lang="en-US" sz="5600" dirty="0">
                <a:solidFill>
                  <a:srgbClr val="A95429">
                    <a:alpha val="1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216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A95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DU MODÈLE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02600"/>
            <a:ext cx="3276600" cy="9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 tenue orange pensée pour une entrée remarquée. La couleur intense, la ligne ample et les éléments coordonnés donnent au modèle une énergie festive et contemporaine.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4076700" y="7721600"/>
            <a:ext cx="33817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A95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4394200" y="8128000"/>
            <a:ext cx="2603500" cy="18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Couleur orange comme point focal de la silhouette.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4394200" y="86614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ample et confortable pour rester libre de ses mouvements.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394200" y="9194800"/>
            <a:ext cx="2603500" cy="33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83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dot, les célébrations traditionnelles et les photos de couple.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10134600"/>
            <a:ext cx="6925056" cy="16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650" spc="20" kern="0" dirty="0">
                <a:solidFill>
                  <a:srgbClr val="7C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présenté en photos réelles · Atelier HMG HOME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6201156" y="10134600"/>
            <a:ext cx="8255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80" kern="0" dirty="0">
                <a:solidFill>
                  <a:srgbClr val="A95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HMG 09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318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FINITIONS HMG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914400"/>
            <a:ext cx="4572000" cy="81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que le détail</a:t>
            </a:r>
            <a:endParaRPr lang="en-US" sz="3100" dirty="0"/>
          </a:p>
          <a:p>
            <a:pPr algn="l" indent="0" marL="0">
              <a:lnSpc>
                <a:spcPts val="306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à la silhouette.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349103"/>
            <a:ext cx="6925056" cy="15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10" b="1" spc="75" kern="0" dirty="0">
                <a:solidFill>
                  <a:srgbClr val="D9C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 HMG HOME  /  CATALOGUE DE CRÉATIONS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6645656" y="10349103"/>
            <a:ext cx="381000" cy="16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4"/>
              </a:lnSpc>
              <a:buNone/>
            </a:pPr>
            <a:r>
              <a:rPr lang="en-US" sz="650" b="1" spc="110" kern="0" dirty="0">
                <a:solidFill>
                  <a:srgbClr val="D9C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533400" y="87757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MATIÈRES, PERLES, TRANSPARENCES, DRAPÉS</a:t>
            </a:r>
            <a:endParaRPr lang="en-US" sz="710" dirty="0"/>
          </a:p>
        </p:txBody>
      </p:sp>
      <p:sp>
        <p:nvSpPr>
          <p:cNvPr id="8" name="Text 5"/>
          <p:cNvSpPr txBox="1"/>
          <p:nvPr/>
        </p:nvSpPr>
        <p:spPr>
          <a:xfrm>
            <a:off x="533400" y="9144000"/>
            <a:ext cx="5715000" cy="81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 travail de perlage aux volumes de voile, HMG porte son attention sur les zones qui restent en mémoire : une encolure, une traîne, une appliqué ou la lumière d’un tissu.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_work/lookbook-pptx/render/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20574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À IMAGINER ?</a:t>
            </a:r>
            <a:endParaRPr lang="en-US" sz="71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2413000"/>
            <a:ext cx="4572000" cy="87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1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Construisons</a:t>
            </a:r>
            <a:endParaRPr lang="en-US" sz="3200" dirty="0"/>
          </a:p>
          <a:p>
            <a:pPr algn="l" indent="0" marL="0">
              <a:lnSpc>
                <a:spcPts val="3271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votre prochaine allure.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50927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710" dirty="0"/>
          </a:p>
        </p:txBody>
      </p:sp>
      <p:sp>
        <p:nvSpPr>
          <p:cNvPr id="6" name="Text 3"/>
          <p:cNvSpPr txBox="1"/>
          <p:nvPr/>
        </p:nvSpPr>
        <p:spPr>
          <a:xfrm>
            <a:off x="533400" y="5461000"/>
            <a:ext cx="6925056" cy="335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Tankpè, Abomey-Calavi · Bénin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33400" y="64135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710" dirty="0"/>
          </a:p>
        </p:txBody>
      </p:sp>
      <p:sp>
        <p:nvSpPr>
          <p:cNvPr id="8" name="Text 5"/>
          <p:cNvSpPr txBox="1"/>
          <p:nvPr/>
        </p:nvSpPr>
        <p:spPr>
          <a:xfrm>
            <a:off x="533400" y="6794500"/>
            <a:ext cx="69250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01 42 65 66 61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533400" y="7759700"/>
            <a:ext cx="6925056" cy="17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"/>
              </a:lnSpc>
              <a:buNone/>
            </a:pPr>
            <a:r>
              <a:rPr lang="en-US" sz="710" b="1" spc="155" kern="0" dirty="0">
                <a:solidFill>
                  <a:srgbClr val="E9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</a:t>
            </a:r>
            <a:endParaRPr lang="en-US" sz="71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8140700"/>
            <a:ext cx="6925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8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@Ange_hmg_home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33400" y="8636000"/>
            <a:ext cx="6925056" cy="183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6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· Instagram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33400" y="9448800"/>
            <a:ext cx="6925056" cy="350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2"/>
              </a:lnSpc>
              <a:buNone/>
            </a:pPr>
            <a:r>
              <a:rPr lang="en-US" sz="2000" dirty="0">
                <a:solidFill>
                  <a:srgbClr val="E9D8B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Héritier du fil, créateur de style.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ANGE HMG 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 HMG HOME — Catalogue de créations 2026</dc:title>
  <dc:subject>Catalogue de créations — version PowerPoint modifiable</dc:subject>
  <dc:creator>HOUEMAGNON Ange-Marie Mahouna Coovi Pegaz Fidèl</dc:creator>
  <cp:lastModifiedBy>HOUEMAGNON Ange-Marie Mahouna Coovi Pegaz Fidèl</cp:lastModifiedBy>
  <cp:revision>1</cp:revision>
  <dcterms:created xsi:type="dcterms:W3CDTF">2026-10-05T11:38:26Z</dcterms:created>
  <dcterms:modified xsi:type="dcterms:W3CDTF">2026-10-05T11:38:26Z</dcterms:modified>
</cp:coreProperties>
</file>